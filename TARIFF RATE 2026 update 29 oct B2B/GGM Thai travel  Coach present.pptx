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lay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/v7lCtmqiWV/Hdu3JgiAfoZw8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61218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A collage of a bu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11587" r="-2055"/>
          <a:stretch/>
        </p:blipFill>
        <p:spPr>
          <a:xfrm>
            <a:off x="210760" y="357084"/>
            <a:ext cx="5374955" cy="652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A drawing of a bu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9437" r="-1466"/>
          <a:stretch/>
        </p:blipFill>
        <p:spPr>
          <a:xfrm>
            <a:off x="5463235" y="1118549"/>
            <a:ext cx="6204859" cy="566057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5398250" y="222500"/>
            <a:ext cx="62697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Deluxe class </a:t>
            </a:r>
            <a:r>
              <a:rPr lang="en-US" sz="4000" dirty="0">
                <a:solidFill>
                  <a:srgbClr val="FF0000"/>
                </a:solidFill>
              </a:rPr>
              <a:t>44</a:t>
            </a:r>
            <a:r>
              <a:rPr lang="en-US" sz="4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seat 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 descr="A collage of several bus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-1" t="12857" r="-2277"/>
          <a:stretch/>
        </p:blipFill>
        <p:spPr>
          <a:xfrm>
            <a:off x="370115" y="127361"/>
            <a:ext cx="5529942" cy="6603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 descr="A diagram of a bu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11287" r="-3417"/>
          <a:stretch/>
        </p:blipFill>
        <p:spPr>
          <a:xfrm>
            <a:off x="5797926" y="1145828"/>
            <a:ext cx="6030686" cy="530460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5398262" y="222498"/>
            <a:ext cx="64303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Deluxe class 30 seat</a:t>
            </a:r>
            <a:r>
              <a:rPr lang="en-US" sz="5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 descr="A collage of a bu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11429" r="-3436"/>
          <a:stretch/>
        </p:blipFill>
        <p:spPr>
          <a:xfrm>
            <a:off x="308132" y="217713"/>
            <a:ext cx="5014982" cy="607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 descr="A drawing of a bu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-1" t="9871" r="-1729"/>
          <a:stretch/>
        </p:blipFill>
        <p:spPr>
          <a:xfrm>
            <a:off x="5479589" y="945834"/>
            <a:ext cx="6400421" cy="560004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7398319" y="217713"/>
            <a:ext cx="374073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VIP 31 seat </a:t>
            </a:r>
            <a:endParaRPr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 descr="A collage of a bu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-1" t="11648" r="-858"/>
          <a:stretch/>
        </p:blipFill>
        <p:spPr>
          <a:xfrm>
            <a:off x="721790" y="261257"/>
            <a:ext cx="5112953" cy="6335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descr="A drawing of a bu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10476" r="-2042"/>
          <a:stretch/>
        </p:blipFill>
        <p:spPr>
          <a:xfrm>
            <a:off x="5834743" y="1005261"/>
            <a:ext cx="6227497" cy="539553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7398319" y="217713"/>
            <a:ext cx="325236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VIP 31 seat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5" descr="The inside of a bu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9073" r="-2" b="19477"/>
          <a:stretch/>
        </p:blipFill>
        <p:spPr>
          <a:xfrm>
            <a:off x="321734" y="321733"/>
            <a:ext cx="5674894" cy="3030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 descr="A white and black bu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7114" r="10826"/>
          <a:stretch/>
        </p:blipFill>
        <p:spPr>
          <a:xfrm>
            <a:off x="321735" y="3524289"/>
            <a:ext cx="2676579" cy="2776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 descr="A bus parked in a parking lot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t="5032" r="1" b="21320"/>
          <a:stretch/>
        </p:blipFill>
        <p:spPr>
          <a:xfrm>
            <a:off x="3159553" y="3514855"/>
            <a:ext cx="2837076" cy="278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 descr="A white and black bus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 l="7745" r="21307"/>
          <a:stretch/>
        </p:blipFill>
        <p:spPr>
          <a:xfrm>
            <a:off x="6195373" y="363038"/>
            <a:ext cx="5674892" cy="597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5398262" y="222498"/>
            <a:ext cx="643035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Deluxe class 37 seat </a:t>
            </a:r>
            <a:endParaRPr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1"/>
            <a:ext cx="6050278" cy="3400925"/>
          </a:xfrm>
          <a:custGeom>
            <a:avLst/>
            <a:gdLst/>
            <a:ahLst/>
            <a:cxnLst/>
            <a:rect l="l" t="t" r="r" b="b"/>
            <a:pathLst>
              <a:path w="6050278" h="3400925" extrusionOk="0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6" descr="The back of a bu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3999" y="643467"/>
            <a:ext cx="2046009" cy="2435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6141722" y="1"/>
            <a:ext cx="6050278" cy="3400925"/>
          </a:xfrm>
          <a:custGeom>
            <a:avLst/>
            <a:gdLst/>
            <a:ahLst/>
            <a:cxnLst/>
            <a:rect l="l" t="t" r="r" b="b"/>
            <a:pathLst>
              <a:path w="6050278" h="3400925" extrusionOk="0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0" y="3489159"/>
            <a:ext cx="6050278" cy="3368841"/>
          </a:xfrm>
          <a:custGeom>
            <a:avLst/>
            <a:gdLst/>
            <a:ahLst/>
            <a:cxnLst/>
            <a:rect l="l" t="t" r="r" b="b"/>
            <a:pathLst>
              <a:path w="6050278" h="3368841" extrusionOk="0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6" descr="A bus with seats in the back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467" y="3928859"/>
            <a:ext cx="2927072" cy="2195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6141722" y="3489159"/>
            <a:ext cx="6050278" cy="3368841"/>
          </a:xfrm>
          <a:custGeom>
            <a:avLst/>
            <a:gdLst/>
            <a:ahLst/>
            <a:cxnLst/>
            <a:rect l="l" t="t" r="r" b="b"/>
            <a:pathLst>
              <a:path w="6050278" h="3368841" extrusionOk="0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983736" y="1918638"/>
            <a:ext cx="4224528" cy="3020725"/>
          </a:xfrm>
          <a:custGeom>
            <a:avLst/>
            <a:gdLst/>
            <a:ahLst/>
            <a:cxnLst/>
            <a:rect l="l" t="t" r="r" b="b"/>
            <a:pathLst>
              <a:path w="4224528" h="3020725" extrusionOk="0">
                <a:moveTo>
                  <a:pt x="0" y="0"/>
                </a:moveTo>
                <a:lnTo>
                  <a:pt x="4224528" y="0"/>
                </a:lnTo>
                <a:lnTo>
                  <a:pt x="4224528" y="3020725"/>
                </a:lnTo>
                <a:lnTo>
                  <a:pt x="0" y="3020725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6" descr="A white bus parked on a roa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1160" y="2240371"/>
            <a:ext cx="3169678" cy="237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 descr="A bus parked in a parking lo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 l="15925" r="5659"/>
          <a:stretch/>
        </p:blipFill>
        <p:spPr>
          <a:xfrm>
            <a:off x="9111491" y="631704"/>
            <a:ext cx="1947010" cy="242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 descr="The inside of a bus with seats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1460" y="3920943"/>
            <a:ext cx="2927071" cy="219530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6152581" y="289524"/>
            <a:ext cx="364604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VIP 45 seat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94271-7D32-B49E-6A36-C6B0631D4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9" b="6366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17;p5">
            <a:extLst>
              <a:ext uri="{FF2B5EF4-FFF2-40B4-BE49-F238E27FC236}">
                <a16:creationId xmlns:a16="http://schemas.microsoft.com/office/drawing/2014/main" id="{97C3BB83-900A-249C-0A5E-79EC93C84F3D}"/>
              </a:ext>
            </a:extLst>
          </p:cNvPr>
          <p:cNvSpPr/>
          <p:nvPr/>
        </p:nvSpPr>
        <p:spPr>
          <a:xfrm>
            <a:off x="1097280" y="325550"/>
            <a:ext cx="10058400" cy="3574778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0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Bus 15-20 seat </a:t>
            </a:r>
            <a:endParaRPr lang="en-US" sz="5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41747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Office PowerPoint</Application>
  <PresentationFormat>Widescreen</PresentationFormat>
  <Paragraphs>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suchada kwanlammon</dc:creator>
  <cp:lastModifiedBy>suchada kwanlammon</cp:lastModifiedBy>
  <cp:revision>4</cp:revision>
  <dcterms:created xsi:type="dcterms:W3CDTF">2025-03-21T14:09:37Z</dcterms:created>
  <dcterms:modified xsi:type="dcterms:W3CDTF">2025-11-20T03:55:24Z</dcterms:modified>
</cp:coreProperties>
</file>